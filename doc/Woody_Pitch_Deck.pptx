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torage-Projects-Mebellar-mebellar-app/8502b20a-4abb-4e3b-8edd-651b94dbd14a/scratchpad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2026-08-10T10:40:27Z</dcterms:created>
  <dcterms:modified xsi:type="dcterms:W3CDTF">2026-08-10T10:40:27Z</dcterms:modified>
</cp:coreProperties>
</file>